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6459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ACI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0">
                <a:solidFill>
                  <a:srgbClr val="CFDAE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AEDCG + AEDCK   ·   2-VRF design   ·   Design A (UCS-FI direct attach)   ·   IaC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607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6607" y="4937760"/>
            <a:ext cx="2468880" cy="1371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5166360"/>
            <a:ext cx="246888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>
                <a:solidFill>
                  <a:srgbClr val="0B2E5C"/>
                </a:solidFill>
                <a:latin typeface="Calibr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58064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EPGs (consolidated from 266)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9807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9807" y="4937760"/>
            <a:ext cx="2468880" cy="1371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5166360"/>
            <a:ext cx="246888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>
                <a:solidFill>
                  <a:srgbClr val="0B2E5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58064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VRFs (down from 11)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937760"/>
            <a:ext cx="2468880" cy="1371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5166360"/>
            <a:ext cx="246888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>
                <a:solidFill>
                  <a:srgbClr val="0B2E5C"/>
                </a:solidFill>
                <a:latin typeface="Calibri"/>
              </a:rPr>
              <a:t>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58064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BDs (down from 215)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6207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6207" y="4937760"/>
            <a:ext cx="2468880" cy="1371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6207" y="5166360"/>
            <a:ext cx="246888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400" b="1">
                <a:solidFill>
                  <a:srgbClr val="0B2E5C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647" y="58064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Terraform-managed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CFDAEA"/>
                </a:solidFill>
                <a:latin typeface="Calibri"/>
              </a:rPr>
              <a:t>Prepared April 2026   ·   Network Engineering   ·   Confidential,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One-page view of why we are doing this and what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383279" cy="4389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Today's design is 11 VRFs, 215 bridge domains, 266 endpoint groups grown organically over years.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Every change requires a long maintenance window because blast radius is unclear.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Front-end Nexus 5K switches add a hop, a failure domain, and a license/support cost we can retire.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There is no single source of truth — drift between APIC and Excel/runbooks is constant.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399" y="1097280"/>
            <a:ext cx="3749039" cy="5029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09728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1737360"/>
            <a:ext cx="3383279" cy="4389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Collapse to 2 VRFs (internal + DMZ) with vzAny permit-all baseline; tighten with ESGs over time.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Consolidate to 39 BDs / 39 EPGs grouped by function, not by VLAN number.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Move ESXi traffic onto an APIC-managed VDS (per-fabric APCG-VDS1, APCK-VDS1).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Connect UCS Fabric Interconnects directly to ACI leaves (Design A) — N5Ks decommissioned.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All of it is described as YAML and applied via Terraform + GitLab CI.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097280"/>
            <a:ext cx="3749039" cy="5029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109728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1737360"/>
            <a:ext cx="3383279" cy="4389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No IP renumbering. No VLAN renumbering for VM workloads. No application changes.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Cutover is staged: policy push first (zero traffic impact), then physical re-cable in a maintenance window.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Lab is already cut over and validated. Production is ready pending a change window and a few decisions.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After cutover: faster, safer changes; smaller blast radius; automated drift detection.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Same applications. Same IPs. Cleaner network. Safer change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Today vs.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The numeric and operational delta in one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2999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830"/>
                <a:gridCol w="2736760"/>
                <a:gridCol w="3058732"/>
                <a:gridCol w="3702676"/>
              </a:tblGrid>
              <a:tr h="493776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After redesign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VRFs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2 (VRF-EUR + VRF-DMZ)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Easier to reason about traffic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Bridge Domains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Functional grouping replaces ad-hoc per-VLAN BDs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Endpoint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Consolidated by workload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Endpoint Security Groups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Future (vzAny first)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Phased tightening of policy without re-cabling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L3Outs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Unchanged (legacy)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Out of scope for this cutover; managed by the existing ndo-terraform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VMware integration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VMM1 (single, manual VLAN tagging)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Per-fabric APCG-VDS1 / APCK-VDS1 (dynamic)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ACI manages VLANs, port-groups, host uplinks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Front-end 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Nexus 5K vPC fronting UCS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UCS FIs directly attached to ACI (Design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One fewer device per path; N5Ks decommissioned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Configuration source of truth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GUI + spreadsheets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YAML + Terraform + Git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Reviewable, auditable, reproducible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93776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Change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Manual, ticket-driven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GitLab CI: validate → plan → manual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Plan reviewed before any APIC/NDO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Counts sourced from production NDO schema AEDCE / AppProf-NetCentric and docs/reports/bd_mapping_analysis.txt.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Target Architecture (Design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UCS Fabric Interconnects directly attached to ACI leaves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53212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532120" cy="45720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532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Site AEDCG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257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555C66"/>
                </a:solidFill>
                <a:latin typeface="Calibri"/>
              </a:rPr>
              <a:t>Leaves 152 + 153   ·   APCG-VDS1   ·   PC_FI_A → eth1/6   ·   PC_FI_B → eth1/7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5074920" cy="5029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ACI leaves (spine-attached, ESG/EPG enforcement)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14600"/>
            <a:ext cx="507492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Port-channels  PC_FI_A   ·   PC_FI_B   (mac-pin)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5074920" cy="5029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6324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UCS Fabric Interconnects   FI-A   ·   FI-B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11880"/>
            <a:ext cx="507492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UCS B-series blade chassis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60520"/>
            <a:ext cx="5074920" cy="502920"/>
          </a:xfrm>
          <a:prstGeom prst="rect">
            <a:avLst/>
          </a:prstGeom>
          <a:solidFill>
            <a:srgbClr val="557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ESXi hosts  (VTEP, vmkernel mgmt on EPG-VHOST-MGMT)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709160"/>
            <a:ext cx="5074920" cy="502920"/>
          </a:xfrm>
          <a:prstGeom prst="rect">
            <a:avLst/>
          </a:prstGeom>
          <a:solidFill>
            <a:srgbClr val="6B4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APIC-managed VDS  (port-groups = redesign EPGs)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051560"/>
            <a:ext cx="553212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051560"/>
            <a:ext cx="5532120" cy="45720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051560"/>
            <a:ext cx="5532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Site AEDCK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1554480"/>
            <a:ext cx="5257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555C66"/>
                </a:solidFill>
                <a:latin typeface="Calibri"/>
              </a:rPr>
              <a:t>Leaves 119 + 191   ·   APCK-VDS1   ·   PC_FI_A → eth1/6   ·   PC_FI_B → eth1/7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8232" y="1965960"/>
            <a:ext cx="5074920" cy="5029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196596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ACI leaves (spine-attached, ESG/EPG enforcement)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8232" y="2514600"/>
            <a:ext cx="507492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51460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Port-channels  PC_FI_A   ·   PC_FI_B   (mac-pin)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3063240"/>
            <a:ext cx="5074920" cy="5029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306324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UCS Fabric Interconnects   FI-A   ·   FI-B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8232" y="3611880"/>
            <a:ext cx="507492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361188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UCS B-series blade chassis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8232" y="4160520"/>
            <a:ext cx="5074920" cy="502920"/>
          </a:xfrm>
          <a:prstGeom prst="rect">
            <a:avLst/>
          </a:prstGeom>
          <a:solidFill>
            <a:srgbClr val="557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16052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ESXi hosts  (VTEP, vmkernel mgmt on EPG-VHOST-MGMT)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28232" y="4709160"/>
            <a:ext cx="5074920" cy="502920"/>
          </a:xfrm>
          <a:prstGeom prst="rect">
            <a:avLst/>
          </a:prstGeom>
          <a:solidFill>
            <a:srgbClr val="6B4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709160"/>
            <a:ext cx="50749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APIC-managed VDS  (port-groups = redesign EPGs)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Tenant tree (2 VRFs, 39 BDs, 39 EPGs, contracts) is pushed once from NDO to BOTH sites simultaneously.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CFDAEA"/>
                </a:solidFill>
                <a:latin typeface="Calibri"/>
              </a:rPr>
              <a:t>Each APIC owns its own per-fabric access policies and adopts its own pre-existing per-fabric VDS.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does NOT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The redesign is non-disruptive on these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64592" cy="512064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1206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B2E5C"/>
                </a:solidFill>
                <a:latin typeface="Calibri"/>
              </a:rPr>
              <a:t>User-visible state is preserved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120640" cy="4526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IP addressing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Every existing subnet keeps its IP. Bridge-domain consolidation absorbs subnets, never re-numbers them.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Application traffic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vzAny permit-all in each VRF preserves all current intra-VRF flows. No application owner has to do anything.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VM workloads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VMs land on the new APIC-managed VDS via a vMotion-equivalent port-group migration. No guest reconfiguration.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Tenant boundaries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Tenant EUR is unchanged. The redesign sits inside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486400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164592" cy="512064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188720"/>
            <a:ext cx="51206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B2E5C"/>
                </a:solidFill>
                <a:latin typeface="Calibri"/>
              </a:rPr>
              <a:t>Adjacent systems are untouched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5120640" cy="4526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North-south routing (L3Outs)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The 13 existing L3Outs stay where they are, managed by the legacy ndo-terraform repo. Same external peers, same routes.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vCenter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Same vCenter instance, same datacenter, same hosts. ACI adopts the existing per-fabric VDS rather than creating a new one.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Hostnames, DNS, AD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All identity-side dependencies are untouched.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Operational ownership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Same network, virtualisation, and UCS teams. Tooling changes internally; the operating model stays the same.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Cutover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Five gated stages — first three are reversible without traffic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2999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882"/>
                <a:gridCol w="2286000"/>
                <a:gridCol w="5378823"/>
                <a:gridCol w="2689411"/>
                <a:gridCol w="537882"/>
              </a:tblGrid>
              <a:tr h="70104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Traffic impact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70104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APIC access / fabric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Push new VLAN pools, AAEPs, port-channels, leaf profiles, per-fabric VMM domains.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None — additive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Tenant tree via NDO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Push 2 VRFs, 39 BDs, 39 EPGs, vzAny contracts. Bind EPGs to per-fabric VDSes.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None — VMs stay on legacy port-groups until Stage 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70104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Static port bindings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PATCH non-VM EPGs (load balancer, radio gateways, ESXi vmkernel) into NDO via curated JSON.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None — bindings activate on the existing physical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UCS / vCenter physical move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Re-cable FI uplinks from N5K to ACI leaves. Migrate VM port-groups to the new VDS.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Brief blip per host pair as VDS uplinks move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70104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Decommission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After 24-hour soak: retire legacy VMM bindings and N5K front-end.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1365992" y="1453896"/>
            <a:ext cx="420624" cy="292608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65992" y="1453896"/>
            <a:ext cx="420624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65992" y="2231136"/>
            <a:ext cx="420624" cy="292608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65992" y="2231136"/>
            <a:ext cx="420624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65992" y="3008376"/>
            <a:ext cx="420624" cy="292608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65992" y="3008376"/>
            <a:ext cx="420624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65992" y="3785616"/>
            <a:ext cx="420624" cy="29260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65992" y="3785616"/>
            <a:ext cx="420624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65992" y="4562856"/>
            <a:ext cx="420624" cy="292608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65992" y="4562856"/>
            <a:ext cx="420624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86400"/>
            <a:ext cx="1143000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164592" cy="9601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Pre-flight (T-7 days) and rollback are codified in the Production cutover runbook (aci-redesign/README.md)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60"/>
            <a:ext cx="10972800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APIC + NDO + vCenter snapshots before Stage 1   ·   deploy jobs gated when:manual on main   ·   every stage has an explicit verify and rollback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Risks &amp;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Top three risks with named mitigation and rollback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2999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37"/>
                <a:gridCol w="3095625"/>
                <a:gridCol w="3571875"/>
                <a:gridCol w="2976562"/>
              </a:tblGrid>
              <a:tr h="107442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can happen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Rollback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107442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VLAN-collision on static bindings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Multiple legacy EPGs consolidating into one redesign EPG can produce two VLANs on the same path/EPG, which APIC rejects.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Pick a VLAN winner per (path, EPG) pair before the cutover. Run the bindings dump tool, review, edit, re-run.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Stage 3 NDO undeploy + remove bindings — non-VMM EPGs revert to no-binding.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UCS / FI cabling mismatch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FI uplinks are assumed on eth1/6 and eth1/7. If actual cabling differs, APIC won't program the bundle until YAML is corrected.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Walk the cabling worksheet with UCS team in pre-flight. Per-leaf interface profiles are easy to amend in YAML.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Stage 1 destroy / partial-fabric apply — additive only, rolls back in &lt;60s.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107442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NDO push collides with same-named APIC-local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The first NDO deploy can detect existing tenant objects with matching names and need to absorb them.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Plan reviewed before deploy. Deploy is manual (when:manual). Lab cutover already validated this path.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Stage 2 NDO undeploy + terraform destroy on ndo/ root. Legacy IPv6 schema is in a separate state, untouched.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532120"/>
            <a:ext cx="114300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5532120"/>
            <a:ext cx="164592" cy="91440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D8A3E"/>
                </a:solidFill>
                <a:latin typeface="Calibri"/>
              </a:rPr>
              <a:t>Stages 1-3 are reversible with no traffic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Only Stage 4 (physical re-cable + VDS uplink move) carries any traffic risk, and that risk is per-host blips, not site-wide outage. Worst case is restoring from APIC + NDO snapshots taken in pre-flight.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Where we are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6400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3383279" cy="4251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Per-fabric VMM domains (APCG-VDS1, APCK-VDS1) deployed and adopted from existing VDSes in shared vCenter.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Tenant tree pushed via NDO: 2 VRFs, 39 BDs, 39 EPGs, vzAny contracts; deploy validated.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39 port-groups visible in vCenter on each VDS, across 3 ESXi hosts per site.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All access/fabric policies match the netascode/nac-aci module's expected schema; no plan diffs.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399" y="1097280"/>
            <a:ext cx="3749039" cy="64008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0972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14173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874520"/>
            <a:ext cx="3383279" cy="4251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Production Terraform root (apic-vmware-prod/) created and lints clean; mirrors lab structure.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Production access policies committed for both fabrics: PC_FI_A/B, fi-static-vlan-pool (213 VLANs), leaf 152/153 + 119/191 split.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GitLab CI jobs added: validate-aci-prod, plan-aci-prod, deploy-aci-prod (manual gate). Same for ndo-redesign root.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Cutover runbook documented in aci-redesign/README.md.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097280"/>
            <a:ext cx="3749039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097280"/>
            <a:ext cx="3749039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0972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8" y="14173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DECISIONS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1874520"/>
            <a:ext cx="3383279" cy="4251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Generate the production static-bindings JSON (read-only dump from prod NDO).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Choose a VLAN-winner policy where multiple legacy EPGs consolidate onto one redesign EPG.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Confirm UCS FI uplink ports (assumed eth1/6, eth1/7).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Schedule the maintenance window for Stage 4 (physical FI re-cable + VDS uplink migration).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Operational Benefits After Cutover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What changes about how we run the network day-to-day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5000625"/>
                <a:gridCol w="4286250"/>
              </a:tblGrid>
              <a:tr h="56896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works after cutover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Add a new EPG /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Edit YAML → MR → CI plan → manual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Days → minutes; reviewable plan; no GUI clicks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Onboard a new VM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Land VM on the right port-group on the VDS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Zero APIC change; ACI tracks endpoints automatically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Tighten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Add ESGs and contracts incrementally; vzAny serves as the safety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Phased path; no flag-day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Detect drift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GitLab CI plan job runs on every change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Discrepancies surface in MR review, not in production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Recover from misconfig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Revert MR → CI re-plans → manual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Rollback is a Git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Disaster recovery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Snapshots + Terraform state + Git history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Same fabric configuration can be re-pushed to a rebuilt APIC in hours, not days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Audit /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Every change is a Git commit + GitLab pipeline + Terraform state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Single chain of evidence per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Front-end switching cost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N5Ks decommissioned at end of cutover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License / support / power savings; one less failure domain in the data path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Decisions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Inputs the cutover plan is waiting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3810000"/>
                <a:gridCol w="1651000"/>
                <a:gridCol w="3937000"/>
              </a:tblGrid>
              <a:tr h="86868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it's needed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86868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VLAN-winner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Some redesign EPGs consolidate multiple legacy EPGs that were on different VLANs. APIC accepts only one VLAN per (path, EPG) pair.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Network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Three reasonable defaults: lowest VLAN wins, highest endpoint-count wins, or hand-curated. Recommend endpoint-count for least disruption.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maintenance window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Stage 4 (physical FI re-cable, VDS uplink migration) needs a coordinated window across Network, UCS, and Virtualisation.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Change Advisory Board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Recommended: a single 4-hour window per site, two weeks apart so rollback signal is clear before site B.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86868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UCS FI port mapping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data files assume FI-A → eth1/6 and FI-B → eth1/7. UCS team to confirm or correct.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UCS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Quick check; YAML edit if different. No code change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L3Out scope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Decision already made: L3Outs stay in the legacy ndo-terraform schema for this cutover. Revisit after stabilisation.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Network Architecture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Confirmed; documented in schema header and runbook.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86868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 / micro-segmentation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Initial design uses vzAny permit-all. ESG-based tightening is deferred until the Terraform module supports them.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Security +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Tracked as a follow-up; lab runs vzAny today without issue.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Indicative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Right-to-left: each box is days,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5644" y="3017520"/>
            <a:ext cx="182880" cy="7315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" y="1371600"/>
            <a:ext cx="1691640" cy="32004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Lab cutover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3017520"/>
            <a:ext cx="182880" cy="73152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60804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60804" y="1371600"/>
            <a:ext cx="1691640" cy="32004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60804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T-7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2244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Bindings JSON
+ collision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4723" y="3017520"/>
            <a:ext cx="182880" cy="73152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60343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60343" y="1371600"/>
            <a:ext cx="1691640" cy="32004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0343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T-3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1783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Pre-flight
snapshots + plans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1676" y="3017520"/>
            <a:ext cx="182880" cy="7315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97296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97296" y="1371600"/>
            <a:ext cx="1691640" cy="32004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T-0 morning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736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Stage 1-3
policy + tenant + bindings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8628" y="3017520"/>
            <a:ext cx="182880" cy="7315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34248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34248" y="1371600"/>
            <a:ext cx="1691640" cy="32004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4248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T-0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5688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Stage 4
FI re-cable + VDS uplinks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13110" y="3017520"/>
            <a:ext cx="182880" cy="7315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58730" y="137160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58730" y="1371600"/>
            <a:ext cx="1691640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58730" y="1371600"/>
            <a:ext cx="16916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T+1 to T+7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0170" y="1737360"/>
            <a:ext cx="150876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Stage 5
decommission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0B2E5C"/>
                </a:solidFill>
                <a:latin typeface="Calibri"/>
              </a:rPr>
              <a:t>Total active engineering effort during the change window: ~4-6 hours per site.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555C66"/>
                </a:solidFill>
                <a:latin typeface="Calibri"/>
              </a:rPr>
              <a:t>Timeline assumes a single change-window per site, with AEDCG and AEDCK cut over two weeks apart so issues at site A surface before site B is touched.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555C66"/>
                </a:solidFill>
                <a:latin typeface="Calibri"/>
              </a:rPr>
              <a:t>Concrete dates set once VLAN-winner policy + UCS port confirmation are in.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What we need from this audience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64592" cy="502920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8813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B2E5C"/>
                </a:solidFill>
                <a:latin typeface="Calibri"/>
              </a:rPr>
              <a:t>Decisions / approvals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0881360" cy="4434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Approve the cutover approach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Single-window-per-site, Design A (UCS-FI direct attach), deploy gated when:manual.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Sponsor the maintenance window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Two 4-hour windows, two weeks apart (AEDCG then AEDCK). Network, UCS, and Virtualisation owners on the bridge.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Sign off on VLAN-winner policy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Recommend: highest endpoint-count wins for each consolidated EPG.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Confirm UCS FI port assumption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FI-A → eth1/6, FI-B → eth1/7 on each leaf pair. UCS team to validate or adjust.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C1F24"/>
                </a:solidFill>
                <a:latin typeface="Calibri"/>
              </a:rPr>
              <a:t>•  Acknowledge deferred items</a:t>
            </a:r>
          </a:p>
          <a:p>
            <a:pPr lvl="1">
              <a:lnSpc>
                <a:spcPct val="120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◦  L3Out reorganisation and ESG-based micro-segmentation are follow-ups, not part of this cutover.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Everything else is built, lab-validated, in source control, and CI-gated.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to dig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Pointers for engineers and reviewers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37744"/>
            <a:ext cx="18288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299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529"/>
                <a:gridCol w="4572000"/>
                <a:gridCol w="4706470"/>
              </a:tblGrid>
              <a:tr h="62865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you'll find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Strategy deck (technical)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aci-redesign/ACI_Redesign_Strategy.pptx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27 slides covering the full design, BD mapping, phased security, deployment design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cutover runbook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aci-redesign/README.md → 'Production cutover runbook' section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Pre-flight, 5-stage sequence with verify steps, per-stage rollback table.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NDO schema (single source of truth)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aci-redesign/data/nac-ndo/schema-aedce-ipv4.nac.yaml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 VRFs, 39 BDs, 39 EPGs, vzAny + 2 contracts. Header documents all in-scope and out-of-scope items.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access policies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aci-redesign/data/nac-aci-{aedcg,aedck}-prod/access-policies.nac.yaml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Design A: PC_FI_A/B, fi-static-vlan-pool, leaf splits.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Terraform roots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aci-redesign/{apic-vmware,ndo,apic-vmware-prod}/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Lab APIC root, NDO redesign root, production APIC root. Each has its own Makefile, scripts, and CI jobs.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Bindings tooling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aci-redesign/scripts/{dump_bindings.py,deploy_bindings.py}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Read-only dump from prod NDO; PATCH static bindings into the redesign schema.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GitLab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.gitlab-ci.yml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validate-aci, plan-aci, deploy-aci (lab) + validate-aci-prod, plan-aci-prod, deploy-aci-prod (prod, manual gate) + validate/plan/deploy-ndo-redesign.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Repository: terraform_redesign_esg (GitLab: root/terraform_redesign_esg)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— 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565392"/>
            <a:ext cx="19202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